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4630400" cy="8229600"/>
  <p:notesSz cx="8229600" cy="14630400"/>
  <p:embeddedFontLst>
    <p:embeddedFont>
      <p:font typeface="Poppins"/>
      <p:regular r:id="rId29"/>
    </p:embeddedFont>
    <p:embeddedFont>
      <p:font typeface="Poppins"/>
      <p:regular r:id="rId30"/>
    </p:embeddedFont>
    <p:embeddedFont>
      <p:font typeface="Poppins"/>
      <p:regular r:id="rId31"/>
    </p:embeddedFont>
    <p:embeddedFont>
      <p:font typeface="Poppins"/>
      <p:regular r:id="rId32"/>
    </p:embeddedFont>
    <p:embeddedFont>
      <p:font typeface="Roboto"/>
      <p:regular r:id="rId33"/>
    </p:embeddedFont>
    <p:embeddedFont>
      <p:font typeface="Roboto"/>
      <p:regular r:id="rId34"/>
    </p:embeddedFont>
    <p:embeddedFont>
      <p:font typeface="Roboto"/>
      <p:regular r:id="rId35"/>
    </p:embeddedFont>
    <p:embeddedFont>
      <p:font typeface="Roboto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Web/JavaScript/Guide/Working_with_Objects" TargetMode="External"/><Relationship Id="rId3" Type="http://schemas.openxmlformats.org/officeDocument/2006/relationships/hyperlink" Target="https://developer.mozilla.org/en-US/docs/Web/JavaScript/Reference/Global_Objects/Function" TargetMode="External"/><Relationship Id="rId4" Type="http://schemas.openxmlformats.org/officeDocument/2006/relationships/hyperlink" Target="https://developer.mozilla.org/es/docs/Web/JavaScript/Reference/Classes" TargetMode="External"/><Relationship Id="rId1" Type="http://schemas.openxmlformats.org/officeDocument/2006/relationships/image" Target="../media/image-16-1.png"/><Relationship Id="rId5" Type="http://schemas.openxmlformats.org/officeDocument/2006/relationships/image" Target="../media/image-16-2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3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681" y="956072"/>
            <a:ext cx="4580930" cy="14108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6221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1"/>
          <p:cNvSpPr/>
          <p:nvPr/>
        </p:nvSpPr>
        <p:spPr>
          <a:xfrm>
            <a:off x="6280190" y="3325178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</a:t>
            </a:r>
            <a:endParaRPr lang="en-US" sz="6150" dirty="0"/>
          </a:p>
        </p:txBody>
      </p:sp>
      <p:sp>
        <p:nvSpPr>
          <p:cNvPr id="6" name="Text 2"/>
          <p:cNvSpPr/>
          <p:nvPr/>
        </p:nvSpPr>
        <p:spPr>
          <a:xfrm>
            <a:off x="6280190" y="4643557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Node</a:t>
            </a:r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CC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.JS</a:t>
            </a:r>
            <a:endParaRPr lang="en-US" sz="6150" dirty="0"/>
          </a:p>
        </p:txBody>
      </p:sp>
      <p:sp>
        <p:nvSpPr>
          <p:cNvPr id="7" name="Shape 3"/>
          <p:cNvSpPr/>
          <p:nvPr/>
        </p:nvSpPr>
        <p:spPr>
          <a:xfrm>
            <a:off x="6280190" y="6075316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280190" y="6366391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Clase 4: Objetos, Clases y Operadores Avanzados en JavaScript</a:t>
            </a:r>
            <a:endParaRPr lang="en-US" sz="2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3" name="Text 1"/>
          <p:cNvSpPr/>
          <p:nvPr/>
        </p:nvSpPr>
        <p:spPr>
          <a:xfrm>
            <a:off x="3077766" y="4072295"/>
            <a:ext cx="84747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¡Les damos la bienvenida! </a:t>
            </a:r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🎥</a:t>
            </a:r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Vamos a comenzar a grabar la clase.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725" y="668536"/>
            <a:ext cx="4712375" cy="589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Índice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59725" y="1728644"/>
            <a:ext cx="13310949" cy="31075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25" y="1971675"/>
            <a:ext cx="6655475" cy="753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201" y="3008233"/>
            <a:ext cx="4879300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Objetos, clases y operadores avanzados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8201" y="3415665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Objetos: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8201" y="3783092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Definición/ Características de los objetos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8201" y="4150519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objetos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8201" y="4517946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Clases: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8201" y="4885373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Sugar Syntax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8201" y="5252799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Similitud con objetos funcionales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8201" y="5620226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 constructor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48201" y="5987653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Operadores avanzados: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48201" y="6355080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Destructuring operator - Spread operator</a:t>
            </a:r>
            <a:endParaRPr lang="en-US" sz="14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71675"/>
            <a:ext cx="6655475" cy="753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03676" y="3008233"/>
            <a:ext cx="390429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y gestores de paquetes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7503676" y="3415665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Gestores de paquetes: 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503676" y="3783092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 - Node Package Manager: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503676" y="4150519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Instalación de paquetes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503676" y="4517946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Creación de scripts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503676" y="4885373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dependencias.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503676" y="5252799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Inicio de un proyecto nuevo con Node Js y NPM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503676" y="5620226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Nativos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7503676" y="5987653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de terceros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7503676" y="6355080"/>
            <a:ext cx="62785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Dirname: Gestión de rutas absolutas y acceso a archivos del servidor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7503676" y="6769537"/>
            <a:ext cx="6278523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E1D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46471"/>
            <a:ext cx="6073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Objetivos de la Clase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408793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69986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374237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777734"/>
            <a:ext cx="3050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Comprender Objetos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268153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Aprenderemos a crear y manipular objetos literales y funcionales en JavaScript.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08468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8860" y="51271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530906" y="516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Introducir Clases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30906" y="565296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Exploraremos la sintaxis y uso de clases en JavaScript.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469499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860" y="65120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530906" y="6547366"/>
            <a:ext cx="3423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Operadores Avanzados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0906" y="703778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Estudiaremos el destructuring y spread operator para mejorar nuestro código.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015139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560365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8514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607" y="3179207"/>
            <a:ext cx="4919067" cy="18711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990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61387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255246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objetos son variables especiales que contienen más variables en su interior.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533418"/>
            <a:ext cx="7556421" cy="1685092"/>
          </a:xfrm>
          <a:prstGeom prst="roundRect">
            <a:avLst>
              <a:gd name="adj" fmla="val 543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3767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Estructura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258270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propiedad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elemento es un par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clave/valor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separado de otro a través de una coma.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445323"/>
            <a:ext cx="7556421" cy="1685092"/>
          </a:xfrm>
          <a:prstGeom prst="roundRect">
            <a:avLst>
              <a:gd name="adj" fmla="val 543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8224" y="5679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Ventaja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8224" y="617017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Excelente para crear colecciones con información relacionada e identificada por claves específicas.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016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Características de los Objetos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61262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469" y="3452336"/>
            <a:ext cx="907256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464308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Pares Clave/Valor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548782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dato está asociado a una clave única llamada propiedad.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72" y="3452336"/>
            <a:ext cx="907256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93493" y="464308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Dinamismo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893493" y="513349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objetos pueden expandirse o modificarse en tiempo de ejecución.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8075" y="3452336"/>
            <a:ext cx="907256" cy="9072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06795" y="464308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Métodos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1506795" y="513349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objetos pueden incluir funciones como valor de sus propiedades.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6FF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34301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 Literales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705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2870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declaran asignando a una variable un par de llaves {} que contienen propiedades.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705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Acceso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52870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accede a las propiedades usando el . (punto) o corchetes ['propiedad'].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4951"/>
            <a:ext cx="59203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 Funcionales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77273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29683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declaran como una función de JavaScript tradicional, actuando como un molde para crear múltiples objetos.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949303"/>
            <a:ext cx="3664863" cy="2765227"/>
          </a:xfrm>
          <a:prstGeom prst="roundRect">
            <a:avLst>
              <a:gd name="adj" fmla="val 33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183737"/>
            <a:ext cx="31771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Función Constructora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674156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 la palabra reservada 'this' para definir propiedades y métodos.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3949303"/>
            <a:ext cx="3664863" cy="2765227"/>
          </a:xfrm>
          <a:prstGeom prst="roundRect">
            <a:avLst>
              <a:gd name="adj" fmla="val 33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901" y="4183737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Creación de Instancias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901" y="5028486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utilizan con la palabra reservada 'new' para crear nuevos objetos basados en el molde.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2422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Clases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7422"/>
            <a:ext cx="61075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Clases en JavaScript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39743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27308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clases en JavaScript ofrecen una sintaxis más clara para la programación orientada a objetos.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711773"/>
            <a:ext cx="170021" cy="853321"/>
          </a:xfrm>
          <a:prstGeom prst="roundRect">
            <a:avLst>
              <a:gd name="adj" fmla="val 5378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3973" y="3711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Definición de Clase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03973" y="4202192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la palabra reservada 'class' y el método constructor().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133951" y="4791908"/>
            <a:ext cx="170021" cy="853321"/>
          </a:xfrm>
          <a:prstGeom prst="roundRect">
            <a:avLst>
              <a:gd name="adj" fmla="val 5378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4134" y="4791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Herencia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44134" y="5282327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extender clases con 'extends'.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474232" y="5872043"/>
            <a:ext cx="170021" cy="853321"/>
          </a:xfrm>
          <a:prstGeom prst="roundRect">
            <a:avLst>
              <a:gd name="adj" fmla="val 5378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84415" y="5872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Instanciación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84415" y="6362462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objetos con 'new'.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1129"/>
          </a:xfrm>
          <a:prstGeom prst="rect">
            <a:avLst/>
          </a:prstGeom>
          <a:solidFill>
            <a:srgbClr val="F6FF00"/>
          </a:solidFill>
          <a:ln/>
        </p:spPr>
      </p:sp>
      <p:sp>
        <p:nvSpPr>
          <p:cNvPr id="3" name="Text 1"/>
          <p:cNvSpPr/>
          <p:nvPr/>
        </p:nvSpPr>
        <p:spPr>
          <a:xfrm>
            <a:off x="790218" y="2032873"/>
            <a:ext cx="12666464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POO (La programación orientada a objetos)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90218" y="3189932"/>
            <a:ext cx="13049964" cy="3583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0218" y="3479721"/>
            <a:ext cx="13049964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 es un lenguaje multiparadigma, lo que significa que soporta múltiples metodologías de programación, como la programación imperativa, la funcional o la programación orientada a objetos muy común en lenguajes como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C#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0218" y="4455914"/>
            <a:ext cx="13049964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programación orientada a objetos o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basa en la creación de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Clases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definen propiedades y comportamientos (métodos) de subclases o clases hijas que heredan estas definiciones, de hecho, los objetos funcionales vistos en la sección anterior, son una representación básica de lo que las clases pueden lograr.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7734" y="5793224"/>
            <a:ext cx="8974812" cy="11994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218" y="7246620"/>
            <a:ext cx="1304996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0445" y="3324225"/>
            <a:ext cx="940939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Operadores avanzados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06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Destructuring Operator {a, b} = params;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571789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80190" y="386286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 valores de arrays o propiedades de objetos y los asigna a variables.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480917"/>
            <a:ext cx="3664863" cy="2047994"/>
          </a:xfrm>
          <a:prstGeom prst="roundRect">
            <a:avLst>
              <a:gd name="adj" fmla="val 44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4624" y="4715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14624" y="520577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Desempaqueta valores basados en su posición en el array.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867" y="4480917"/>
            <a:ext cx="3664863" cy="2047994"/>
          </a:xfrm>
          <a:prstGeom prst="roundRect">
            <a:avLst>
              <a:gd name="adj" fmla="val 44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06301" y="4715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06301" y="520577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 propiedades y las asigna a variables con el mismo nombre.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3126700"/>
            <a:ext cx="5974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Spread Operator {…}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428902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5800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 valores de arrays o propiedades de objetos y los asigna a variables.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5198150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5432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Uso en Arrays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592300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 o copia arrays sin modificar el original.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667" y="5198150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3101" y="5432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Uso en Objetos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3101" y="592300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 o copia objetos de manera similar a los arrays.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4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Próximos Pasos y Recursos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Próximos Temas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899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y librerías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321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de Promesas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07432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Servidores Web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608784"/>
            <a:ext cx="31199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Recursos Adicionales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418992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Documentación MDN sobre Objetos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99502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Guía sobre funciones constructoras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80013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Documentación sobre Clases en JavaScript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2328" y="3320415"/>
            <a:ext cx="7865626" cy="9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💭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Storytelling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💭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33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y Sabrina han preparado un nuevo reto para evaluar tus habilidades.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26544"/>
            <a:ext cx="2283023" cy="37899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871692"/>
            <a:ext cx="23017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3656528" y="4341614"/>
            <a:ext cx="10187583" cy="1326713"/>
          </a:xfrm>
          <a:prstGeom prst="roundRect">
            <a:avLst>
              <a:gd name="adj" fmla="val 689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43" y="4685705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93644" y="4625102"/>
            <a:ext cx="92236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“Imagina que estás organizando información sobre una flota de vehículos”, dice Sabrina. “Queremos ver cómo manejas datos más estructurados”.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364819"/>
            <a:ext cx="5699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442130"/>
            <a:ext cx="9643705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8518" y="234207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883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Misión 1: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1048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1) Crea un array con 10 objetos, donde cada objeto represente un automóvil con la siguiente información: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0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825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6247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70669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1048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2) Usa un método de array para recorrer la lista e imprime por consola todos los datos de los automóviles cuyo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sea mayor a 2018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1032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añade: “Queremos que veas esto como un ejercicio para prepararte para trabajar con datos reales en el futuro”.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83030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502" y="2212777"/>
            <a:ext cx="5560576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l"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774502" y="3271321"/>
            <a:ext cx="9676090" cy="3524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8041" y="2190631"/>
            <a:ext cx="2865477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4502" y="3804166"/>
            <a:ext cx="13081397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Impresionados con tu avance, Matías y Sabrina suben un poco la dificultad. Sabrina te plantea: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4502" y="4407098"/>
            <a:ext cx="13081397" cy="2619494"/>
          </a:xfrm>
          <a:prstGeom prst="roundRect">
            <a:avLst>
              <a:gd name="adj" fmla="val 3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122" y="4414718"/>
            <a:ext cx="13066157" cy="26042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78" y="4555093"/>
            <a:ext cx="1677710" cy="16399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94566" y="4555093"/>
            <a:ext cx="3489365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“Queremos saber si puedes analizar la información de forma específica. Aquí tienes tu próximo desafío”.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33987" y="4555093"/>
            <a:ext cx="6493073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Misión 2: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33987" y="5041940"/>
            <a:ext cx="6493073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una función que recorra el array de automóviles.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33987" y="5462349"/>
            <a:ext cx="649307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destructuring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dentro de la función para obtener el color de cada automóvil.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33987" y="6236851"/>
            <a:ext cx="649307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función debe aceptar un color como parámetro y devolver por consola cuántos automóviles tienen ese color.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4502" y="7275433"/>
            <a:ext cx="13081397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3139797"/>
            <a:ext cx="5699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0998518" y="311705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330541"/>
            <a:ext cx="13042821" cy="1785580"/>
          </a:xfrm>
          <a:prstGeom prst="roundRect">
            <a:avLst>
              <a:gd name="adj" fmla="val 51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4338161"/>
            <a:ext cx="13027581" cy="17703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343" y="4481870"/>
            <a:ext cx="1471851" cy="1482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61442" y="4481870"/>
            <a:ext cx="10640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“Este tipo de habilidad es esencial para manejar sistemas dinámicos”, explica Matías.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961442" y="4980861"/>
            <a:ext cx="10640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3712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¿Estás listo para superar esta prueba y demostrar tu capacidad para manipular datos con precisión? ¡Adelante!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062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5533"/>
            <a:ext cx="25736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446" y="3933587"/>
            <a:ext cx="1978343" cy="1978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86820" y="3338274"/>
            <a:ext cx="9598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¡Nuevo cuestionario en Campus!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3928467" y="4302204"/>
            <a:ext cx="9915644" cy="1326713"/>
          </a:xfrm>
          <a:prstGeom prst="roundRect">
            <a:avLst>
              <a:gd name="adj" fmla="val 689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281" y="4646295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5583" y="4585692"/>
            <a:ext cx="89517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olvides que los cuestionarios son de carácter obligatorio para poder avanzar con la cursada.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2025-06-04T16:32:14Z</dcterms:created>
  <dcterms:modified xsi:type="dcterms:W3CDTF">2025-06-04T16:32:14Z</dcterms:modified>
</cp:coreProperties>
</file>